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6" d="100"/>
          <a:sy n="136" d="100"/>
        </p:scale>
        <p:origin x="-1664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623F0-E5D5-4F46-979E-142C5C4D58AD}" type="datetimeFigureOut">
              <a:rPr lang="en-US" smtClean="0"/>
              <a:t>4/3/17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CD618-2B8A-DA49-B699-A78BDD938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095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623F0-E5D5-4F46-979E-142C5C4D58AD}" type="datetimeFigureOut">
              <a:rPr lang="en-US" smtClean="0"/>
              <a:t>4/3/17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CD618-2B8A-DA49-B699-A78BDD938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049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623F0-E5D5-4F46-979E-142C5C4D58AD}" type="datetimeFigureOut">
              <a:rPr lang="en-US" smtClean="0"/>
              <a:t>4/3/17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CD618-2B8A-DA49-B699-A78BDD938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571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623F0-E5D5-4F46-979E-142C5C4D58AD}" type="datetimeFigureOut">
              <a:rPr lang="en-US" smtClean="0"/>
              <a:t>4/3/17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CD618-2B8A-DA49-B699-A78BDD938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906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623F0-E5D5-4F46-979E-142C5C4D58AD}" type="datetimeFigureOut">
              <a:rPr lang="en-US" smtClean="0"/>
              <a:t>4/3/17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CD618-2B8A-DA49-B699-A78BDD938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86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623F0-E5D5-4F46-979E-142C5C4D58AD}" type="datetimeFigureOut">
              <a:rPr lang="en-US" smtClean="0"/>
              <a:t>4/3/17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CD618-2B8A-DA49-B699-A78BDD938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183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623F0-E5D5-4F46-979E-142C5C4D58AD}" type="datetimeFigureOut">
              <a:rPr lang="en-US" smtClean="0"/>
              <a:t>4/3/17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CD618-2B8A-DA49-B699-A78BDD938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397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623F0-E5D5-4F46-979E-142C5C4D58AD}" type="datetimeFigureOut">
              <a:rPr lang="en-US" smtClean="0"/>
              <a:t>4/3/17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CD618-2B8A-DA49-B699-A78BDD938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053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623F0-E5D5-4F46-979E-142C5C4D58AD}" type="datetimeFigureOut">
              <a:rPr lang="en-US" smtClean="0"/>
              <a:t>4/3/17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CD618-2B8A-DA49-B699-A78BDD938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577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623F0-E5D5-4F46-979E-142C5C4D58AD}" type="datetimeFigureOut">
              <a:rPr lang="en-US" smtClean="0"/>
              <a:t>4/3/17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CD618-2B8A-DA49-B699-A78BDD938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372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623F0-E5D5-4F46-979E-142C5C4D58AD}" type="datetimeFigureOut">
              <a:rPr lang="en-US" smtClean="0"/>
              <a:t>4/3/17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CD618-2B8A-DA49-B699-A78BDD938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21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3623F0-E5D5-4F46-979E-142C5C4D58AD}" type="datetimeFigureOut">
              <a:rPr lang="en-US" smtClean="0"/>
              <a:t>4/3/17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CD618-2B8A-DA49-B699-A78BDD938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63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990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Fred Hutchinson Cancer Research Center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 Mario Pineda</dc:creator>
  <cp:lastModifiedBy>Jose Mario Pineda</cp:lastModifiedBy>
  <cp:revision>1</cp:revision>
  <dcterms:created xsi:type="dcterms:W3CDTF">2017-04-03T17:33:38Z</dcterms:created>
  <dcterms:modified xsi:type="dcterms:W3CDTF">2017-04-03T17:33:51Z</dcterms:modified>
</cp:coreProperties>
</file>